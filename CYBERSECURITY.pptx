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491EE-0888-4331-AC6D-284ED10964E8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A624F-838B-4E06-B762-4CDF26D9BB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2762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491EE-0888-4331-AC6D-284ED10964E8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A624F-838B-4E06-B762-4CDF26D9BB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894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491EE-0888-4331-AC6D-284ED10964E8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A624F-838B-4E06-B762-4CDF26D9BB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1174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491EE-0888-4331-AC6D-284ED10964E8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A624F-838B-4E06-B762-4CDF26D9BB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3435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491EE-0888-4331-AC6D-284ED10964E8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A624F-838B-4E06-B762-4CDF26D9BB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276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491EE-0888-4331-AC6D-284ED10964E8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A624F-838B-4E06-B762-4CDF26D9BB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3441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491EE-0888-4331-AC6D-284ED10964E8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A624F-838B-4E06-B762-4CDF26D9BB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615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491EE-0888-4331-AC6D-284ED10964E8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A624F-838B-4E06-B762-4CDF26D9BB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89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A624F-838B-4E06-B762-4CDF26D9BBCB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491EE-0888-4331-AC6D-284ED10964E8}" type="datetimeFigureOut">
              <a:rPr lang="en-IN" smtClean="0"/>
              <a:t>24-11-2025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5632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491EE-0888-4331-AC6D-284ED10964E8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A624F-838B-4E06-B762-4CDF26D9BB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349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491EE-0888-4331-AC6D-284ED10964E8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A624F-838B-4E06-B762-4CDF26D9BBCB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86830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491EE-0888-4331-AC6D-284ED10964E8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A624F-838B-4E06-B762-4CDF26D9BB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8699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491EE-0888-4331-AC6D-284ED10964E8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A624F-838B-4E06-B762-4CDF26D9BBCB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511281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491EE-0888-4331-AC6D-284ED10964E8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A624F-838B-4E06-B762-4CDF26D9BB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73343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491EE-0888-4331-AC6D-284ED10964E8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A624F-838B-4E06-B762-4CDF26D9BB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724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491EE-0888-4331-AC6D-284ED10964E8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A624F-838B-4E06-B762-4CDF26D9BB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9061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3491EE-0888-4331-AC6D-284ED10964E8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51A624F-838B-4E06-B762-4CDF26D9BB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8786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29673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CYBERSECURITY: SECURING </a:t>
            </a:r>
            <a:r>
              <a:rPr lang="en-US" dirty="0" smtClean="0">
                <a:latin typeface="Algerian" panose="04020705040A02060702" pitchFamily="82" charset="0"/>
              </a:rPr>
              <a:t>THE DATA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13165"/>
            <a:ext cx="8596668" cy="4628198"/>
          </a:xfrm>
        </p:spPr>
        <p:txBody>
          <a:bodyPr>
            <a:normAutofit/>
          </a:bodyPr>
          <a:lstStyle/>
          <a:p>
            <a:endParaRPr lang="en-US" b="1" dirty="0">
              <a:latin typeface="Algerian" panose="04020705040A02060702" pitchFamily="82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Algerian" panose="04020705040A02060702" pitchFamily="82" charset="0"/>
              </a:rPr>
              <a:t>Subtitle : Emerging Trends Presentation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Algerian" panose="04020705040A02060702" pitchFamily="82" charset="0"/>
              </a:rPr>
              <a:t>Presented By :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Algerian" panose="04020705040A02060702" pitchFamily="82" charset="0"/>
              </a:rPr>
              <a:t>Nitin Joshi(Member 1)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Algerian" panose="04020705040A02060702" pitchFamily="82" charset="0"/>
              </a:rPr>
              <a:t>Group Members: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Member 1 : Nitin Joshi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Member 2 : Maviya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Member 3 : Lakshaya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Member 4 : Tarrni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01966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Algerian" panose="04020705040A02060702" pitchFamily="82" charset="0"/>
              </a:rPr>
              <a:t>Introduction:</a:t>
            </a:r>
            <a:endParaRPr lang="en-IN" sz="48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 smtClean="0"/>
              <a:t>Protects Computers ,Networks and data From Unauthorized access.</a:t>
            </a:r>
          </a:p>
          <a:p>
            <a:r>
              <a:rPr lang="en-US" sz="3600" dirty="0" smtClean="0"/>
              <a:t>Ensures C.I.A Triad (Confidentiality ,Integrity and Availability).</a:t>
            </a:r>
          </a:p>
          <a:p>
            <a:r>
              <a:rPr lang="en-US" sz="3600" dirty="0" smtClean="0"/>
              <a:t>Important for Personal ,Business and Government Security 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572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lgerian" panose="04020705040A02060702" pitchFamily="82" charset="0"/>
              </a:rPr>
              <a:t>Evolution of Cyber Security: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91916"/>
            <a:ext cx="11514666" cy="5366083"/>
          </a:xfrm>
        </p:spPr>
        <p:txBody>
          <a:bodyPr>
            <a:noAutofit/>
          </a:bodyPr>
          <a:lstStyle/>
          <a:p>
            <a:r>
              <a:rPr lang="en-US" sz="3600" b="1" dirty="0" smtClean="0"/>
              <a:t>1970s : Mainframes </a:t>
            </a:r>
            <a:r>
              <a:rPr lang="en-US" sz="3600" dirty="0" smtClean="0"/>
              <a:t>-  simple passwords</a:t>
            </a:r>
          </a:p>
          <a:p>
            <a:r>
              <a:rPr lang="en-US" sz="3600" b="1" dirty="0" smtClean="0"/>
              <a:t>1980s: First Viruses </a:t>
            </a:r>
            <a:r>
              <a:rPr lang="en-US" sz="3600" dirty="0" smtClean="0"/>
              <a:t>- Antivirus emerges .(creeper.v)</a:t>
            </a:r>
          </a:p>
          <a:p>
            <a:r>
              <a:rPr lang="en-US" sz="3600" b="1" dirty="0" smtClean="0"/>
              <a:t>1990s: Internet Boom  </a:t>
            </a:r>
            <a:r>
              <a:rPr lang="en-US" sz="3600" dirty="0" smtClean="0"/>
              <a:t>-  firewalls 7 email threats </a:t>
            </a:r>
          </a:p>
          <a:p>
            <a:r>
              <a:rPr lang="en-US" sz="3600" b="1" dirty="0" smtClean="0"/>
              <a:t>2000s: Phishing ,Ransom ware  </a:t>
            </a:r>
            <a:r>
              <a:rPr lang="en-US" sz="3600" dirty="0" smtClean="0"/>
              <a:t>-  encryption &amp; security policies .</a:t>
            </a:r>
          </a:p>
          <a:p>
            <a:r>
              <a:rPr lang="en-US" sz="3600" b="1" dirty="0" smtClean="0"/>
              <a:t>2010s: Advanced attacks </a:t>
            </a:r>
            <a:r>
              <a:rPr lang="en-US" sz="3600" dirty="0" smtClean="0"/>
              <a:t>-  Cloud &amp; Mobile Security.</a:t>
            </a:r>
          </a:p>
          <a:p>
            <a:r>
              <a:rPr lang="en-US" sz="3600" b="1" dirty="0" smtClean="0"/>
              <a:t>2020s: AI –driven attacks &amp; Defense </a:t>
            </a:r>
            <a:r>
              <a:rPr lang="en-US" sz="3600" dirty="0" smtClean="0"/>
              <a:t>-  Zero trust security.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185801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 smtClean="0">
                <a:latin typeface="Algerian" panose="04020705040A02060702" pitchFamily="82" charset="0"/>
              </a:rPr>
              <a:t>Conclusion:</a:t>
            </a:r>
            <a:endParaRPr lang="en-IN" sz="60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/>
              <a:t>Cybersecurity protects data ,systems , and networks from cyber attacks.</a:t>
            </a:r>
          </a:p>
          <a:p>
            <a:r>
              <a:rPr lang="en-US" sz="3600" b="1" dirty="0" smtClean="0"/>
              <a:t>It has evolved from simple passwords to AI- powered defenses.</a:t>
            </a:r>
          </a:p>
          <a:p>
            <a:r>
              <a:rPr lang="en-US" sz="3600" b="1" dirty="0" smtClean="0"/>
              <a:t>With advancing technology , its importance keep growing .</a:t>
            </a:r>
          </a:p>
        </p:txBody>
      </p:sp>
    </p:spTree>
    <p:extLst>
      <p:ext uri="{BB962C8B-B14F-4D97-AF65-F5344CB8AC3E}">
        <p14:creationId xmlns:p14="http://schemas.microsoft.com/office/powerpoint/2010/main" val="272899879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32</TotalTime>
  <Words>167</Words>
  <Application>Microsoft Office PowerPoint</Application>
  <PresentationFormat>Widescreen</PresentationFormat>
  <Paragraphs>25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Algerian</vt:lpstr>
      <vt:lpstr>Arial</vt:lpstr>
      <vt:lpstr>Trebuchet MS</vt:lpstr>
      <vt:lpstr>Wingdings</vt:lpstr>
      <vt:lpstr>Wingdings 3</vt:lpstr>
      <vt:lpstr>Facet</vt:lpstr>
      <vt:lpstr>CYBERSECURITY: SECURING THE DATA</vt:lpstr>
      <vt:lpstr>Introduction:</vt:lpstr>
      <vt:lpstr>Evolution of Cyber Security:</vt:lpstr>
      <vt:lpstr>Conclusion: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CYBERSECURITY: SECURING THE DATA</dc:title>
  <dc:creator>uaer</dc:creator>
  <cp:lastModifiedBy>uaer</cp:lastModifiedBy>
  <cp:revision>5</cp:revision>
  <dcterms:created xsi:type="dcterms:W3CDTF">2025-11-22T13:03:42Z</dcterms:created>
  <dcterms:modified xsi:type="dcterms:W3CDTF">2025-11-24T06:00:22Z</dcterms:modified>
</cp:coreProperties>
</file>